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68"/>
    <p:restoredTop sz="94765"/>
  </p:normalViewPr>
  <p:slideViewPr>
    <p:cSldViewPr snapToGrid="0" showGuides="1">
      <p:cViewPr varScale="1">
        <p:scale>
          <a:sx n="131" d="100"/>
          <a:sy n="131" d="100"/>
        </p:scale>
        <p:origin x="184" y="632"/>
      </p:cViewPr>
      <p:guideLst>
        <p:guide orient="horz" pos="26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763FF-F858-354D-991A-DCFBA857993C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0F397-A443-E846-A699-7B56D666D0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954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0F397-A443-E846-A699-7B56D666D00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073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1DF1-1FCA-0199-882D-6A1513A8E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712E9-0A3D-8C22-080D-2D7EE87AD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A059B-49A4-8895-378E-8581E7045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626F2-83E9-6DF7-4827-2EDB54F64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1C7D9-4CFB-B453-5E5B-99334CB12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29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9E9F5-5B16-63A3-BB62-5BB5A272C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EC3F8-AA9E-A7BF-B0DB-B3B205B10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B185C-01BE-2E11-8931-E5F0237C8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8DD9E-A050-D068-EB17-52051EC1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B14C0-CD38-1DFC-F87E-205B0757F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115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4F6E4-3B64-56EC-FBEF-F4BD536F9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D3578-837E-0527-0AAE-EC509823E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FED3E-FD58-C287-FD85-675985691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3C7DB-C24B-BA9C-9771-F1FB3F71F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A0E98-7A98-DA33-B2E9-75F939FE3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84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71B5-9BA3-70F4-30C7-B54FE2B9F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ADD30-9990-63DB-21D7-FD975B742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64277-4CBF-9B8B-56D0-31738D3D3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E0DA-9C57-5AFA-634B-C8680771E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A02D8-2C37-D2E8-EB4A-17473BCC5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952F3-0AE3-4C1B-1E3D-B6670416C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60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01E7D-94E5-C233-C1B9-DF52B0654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6C6A3-85B1-8A97-4DCD-405AB913B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EEDBE-8688-C23E-D355-76EE1EF7A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8781C-65A7-E281-0473-F6F946EE8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D8F51A-4AB2-9E37-B67A-C236015391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7A53C2-BCEA-6447-5D35-AA07257AA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CFEDF4-C6F0-7095-DF6F-4E1B80C11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18DFEE-A675-E2DF-BE68-8669D605F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885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86EF-11D8-C5BB-3B17-502C284B0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DEAF9D-22D3-17DE-B0F1-CD295AB7F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C74D8B-19AE-A95A-9974-C0D81A93D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D70EF5-9F67-A1DC-B0A8-4BA548937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966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BC7E68-E1D4-A7E0-F5A8-0B72DB8AF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990775-45A1-DC4C-3947-A738ECDE8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D671B-B335-CD60-6275-0A48232A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910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24A86-8761-AEA6-99F5-BC95C453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2D311-34EE-7681-0465-6634F48FB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8149BF-711B-71A7-78E8-772EBEB87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7FBD9-C6C5-654F-315E-D604F6046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E0D5C-1BB3-AB13-F969-F07481F9A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DAEDD-8AA0-47CC-E9D4-36B4218A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8959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9ED7-A79E-18B3-58E6-63C39FA29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F1FB3D-BEE5-9A70-C3AB-8EBAE4154A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4EF6E-973B-BC2C-0861-7E58C2914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A2A92-4661-B18B-FA09-C9902D49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13184-CE58-92BE-6769-A5BEE44B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ADF03-0311-7145-2D20-94E3D8BC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617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44B3F-7592-B14B-D885-83CC76FC8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ADE439-841A-6A39-3C0B-0795E905F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CBC81-A33E-CBA4-2685-12F2496E5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730A4-3BDB-FBDC-1F77-59A88624B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07903-934D-9879-6029-DD5BA295E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850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F402F5-40ED-D2C9-B855-9535AA419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AA424-9E3B-90CB-01BD-7623F7F81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B075E-836B-8D5D-50B0-82E59034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F3A8-28A7-A147-93D6-620202DCC0BE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6AB46-6490-B576-0722-AEEAF2CC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657FB-815E-CD30-63C6-08B6F7D3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920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E7F173-BD81-2F0D-9327-BF3B8D9DC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58AFD-C5D7-6F80-3558-8B70AE6E3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E46AA-DEE4-00BF-DC1E-D7E5D847B9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3F3A8-28A7-A147-93D6-620202DCC0BE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1CD0C-F621-234B-C6BC-8B8EE1091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7948F-533A-26D2-AF70-825C4B970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7E309-41D0-8D43-B893-896F49B33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521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Rectangle 1023">
            <a:extLst>
              <a:ext uri="{FF2B5EF4-FFF2-40B4-BE49-F238E27FC236}">
                <a16:creationId xmlns:a16="http://schemas.microsoft.com/office/drawing/2014/main" id="{F1E4353C-55E0-FA30-6014-84DF8C1FE24A}"/>
              </a:ext>
            </a:extLst>
          </p:cNvPr>
          <p:cNvSpPr/>
          <p:nvPr/>
        </p:nvSpPr>
        <p:spPr>
          <a:xfrm>
            <a:off x="4590853" y="4730294"/>
            <a:ext cx="688157" cy="356423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MEAN WELL LRS-300E-5 300W 5V 60A LED display Power Supply 220V AC to 5V DC  60A Transformer - AliExpress 13">
            <a:extLst>
              <a:ext uri="{FF2B5EF4-FFF2-40B4-BE49-F238E27FC236}">
                <a16:creationId xmlns:a16="http://schemas.microsoft.com/office/drawing/2014/main" id="{89A14B64-74AC-321B-6648-0BCB74C72D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85" b="19775"/>
          <a:stretch>
            <a:fillRect/>
          </a:stretch>
        </p:blipFill>
        <p:spPr bwMode="auto">
          <a:xfrm rot="10800000">
            <a:off x="313391" y="4279903"/>
            <a:ext cx="3331845" cy="183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SP32-S3 Mini Development Board, Based on ESP32-S3 Dual-Core Processor,  240MHz Running Frequency, 2.4GHz Wi-Fi &amp; Bluetooth 5 | ESP32-S3-Zero">
            <a:extLst>
              <a:ext uri="{FF2B5EF4-FFF2-40B4-BE49-F238E27FC236}">
                <a16:creationId xmlns:a16="http://schemas.microsoft.com/office/drawing/2014/main" id="{20A7AD8D-904B-E79F-C20C-69B68A6457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84" t="17064" r="34792" b="6163"/>
          <a:stretch>
            <a:fillRect/>
          </a:stretch>
        </p:blipFill>
        <p:spPr bwMode="auto">
          <a:xfrm>
            <a:off x="1241879" y="740877"/>
            <a:ext cx="1063511" cy="145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n image of Adafruit 4-channel I2C-safe Bi-directional Logic Level Converter">
            <a:extLst>
              <a:ext uri="{FF2B5EF4-FFF2-40B4-BE49-F238E27FC236}">
                <a16:creationId xmlns:a16="http://schemas.microsoft.com/office/drawing/2014/main" id="{05C23D90-B0BD-773D-A63E-EC9855D9F6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76" t="15617" r="49387" b="17354"/>
          <a:stretch>
            <a:fillRect/>
          </a:stretch>
        </p:blipFill>
        <p:spPr bwMode="auto">
          <a:xfrm>
            <a:off x="3748338" y="746679"/>
            <a:ext cx="842514" cy="1131376"/>
          </a:xfrm>
          <a:prstGeom prst="roundRect">
            <a:avLst>
              <a:gd name="adj" fmla="val 1740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se up of a white device&#10;&#10;AI-generated content may be incorrect.">
            <a:extLst>
              <a:ext uri="{FF2B5EF4-FFF2-40B4-BE49-F238E27FC236}">
                <a16:creationId xmlns:a16="http://schemas.microsoft.com/office/drawing/2014/main" id="{9D9D5293-4EDD-E6F7-99AC-01B009F3CA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52"/>
          <a:stretch>
            <a:fillRect/>
          </a:stretch>
        </p:blipFill>
        <p:spPr>
          <a:xfrm>
            <a:off x="6162430" y="4204487"/>
            <a:ext cx="2574935" cy="520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953C6E-4BAC-4451-18B4-37C9991C4C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7501" y="3554798"/>
            <a:ext cx="304800" cy="723900"/>
          </a:xfrm>
          <a:prstGeom prst="rect">
            <a:avLst/>
          </a:prstGeom>
        </p:spPr>
      </p:pic>
      <p:pic>
        <p:nvPicPr>
          <p:cNvPr id="14" name="Picture 13" descr="A close up of a white device&#10;&#10;AI-generated content may be incorrect.">
            <a:extLst>
              <a:ext uri="{FF2B5EF4-FFF2-40B4-BE49-F238E27FC236}">
                <a16:creationId xmlns:a16="http://schemas.microsoft.com/office/drawing/2014/main" id="{DD1D75EB-B5F7-154D-F5AC-B40A18310E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0501" y="4204487"/>
            <a:ext cx="2667000" cy="520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9E7B46-2875-8FFE-5133-2618FA70C0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8046" y="3554798"/>
            <a:ext cx="304800" cy="723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D534892-9675-9454-2AC2-5DD25FA56DD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653" t="2" r="14527" b="215"/>
          <a:stretch>
            <a:fillRect/>
          </a:stretch>
        </p:blipFill>
        <p:spPr>
          <a:xfrm>
            <a:off x="4661095" y="4760337"/>
            <a:ext cx="517525" cy="21960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7C9F37-3BC7-1C1F-3978-6B004A452B30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5178620" y="4869903"/>
            <a:ext cx="6433681" cy="2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969-C1A9-74B8-B4C0-CD0933821C16}"/>
              </a:ext>
            </a:extLst>
          </p:cNvPr>
          <p:cNvCxnSpPr>
            <a:cxnSpLocks/>
          </p:cNvCxnSpPr>
          <p:nvPr/>
        </p:nvCxnSpPr>
        <p:spPr>
          <a:xfrm flipV="1">
            <a:off x="11612301" y="4563403"/>
            <a:ext cx="0" cy="3065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D4B4FF6-5FEF-919F-84F8-935862B21B63}"/>
              </a:ext>
            </a:extLst>
          </p:cNvPr>
          <p:cNvCxnSpPr>
            <a:cxnSpLocks/>
          </p:cNvCxnSpPr>
          <p:nvPr/>
        </p:nvCxnSpPr>
        <p:spPr>
          <a:xfrm>
            <a:off x="11217897" y="4573357"/>
            <a:ext cx="394404" cy="10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E33E0C-59A2-C550-64F8-E45692CA6229}"/>
              </a:ext>
            </a:extLst>
          </p:cNvPr>
          <p:cNvCxnSpPr>
            <a:cxnSpLocks/>
          </p:cNvCxnSpPr>
          <p:nvPr/>
        </p:nvCxnSpPr>
        <p:spPr>
          <a:xfrm flipV="1">
            <a:off x="11507086" y="4245229"/>
            <a:ext cx="0" cy="3281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86F1BD58-9543-A65D-865A-F4843A28DC5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653" t="2" r="14527" b="215"/>
          <a:stretch>
            <a:fillRect/>
          </a:stretch>
        </p:blipFill>
        <p:spPr>
          <a:xfrm>
            <a:off x="4661095" y="4463553"/>
            <a:ext cx="517525" cy="219608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557C365-C315-3FAB-6328-2277B0416811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5178620" y="4573357"/>
            <a:ext cx="101585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0241705-7E46-537B-7864-858E2666CC4A}"/>
              </a:ext>
            </a:extLst>
          </p:cNvPr>
          <p:cNvCxnSpPr>
            <a:cxnSpLocks/>
          </p:cNvCxnSpPr>
          <p:nvPr/>
        </p:nvCxnSpPr>
        <p:spPr>
          <a:xfrm>
            <a:off x="3395589" y="5347928"/>
            <a:ext cx="83704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FAD074F-02F7-F2B9-21F8-5FC0D6363EBF}"/>
              </a:ext>
            </a:extLst>
          </p:cNvPr>
          <p:cNvCxnSpPr>
            <a:cxnSpLocks/>
          </p:cNvCxnSpPr>
          <p:nvPr/>
        </p:nvCxnSpPr>
        <p:spPr>
          <a:xfrm flipV="1">
            <a:off x="4232635" y="4563403"/>
            <a:ext cx="0" cy="7845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8C36933-4262-BC4D-6AE8-1D6EC395893C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4232635" y="4573357"/>
            <a:ext cx="4284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00ED839-65AB-414A-F912-65DF71BE503E}"/>
              </a:ext>
            </a:extLst>
          </p:cNvPr>
          <p:cNvCxnSpPr>
            <a:cxnSpLocks/>
          </p:cNvCxnSpPr>
          <p:nvPr/>
        </p:nvCxnSpPr>
        <p:spPr>
          <a:xfrm>
            <a:off x="4232635" y="4869903"/>
            <a:ext cx="4284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9C60721-F930-FC6A-6ABD-C681B7F5A5FA}"/>
              </a:ext>
            </a:extLst>
          </p:cNvPr>
          <p:cNvCxnSpPr>
            <a:cxnSpLocks/>
          </p:cNvCxnSpPr>
          <p:nvPr/>
        </p:nvCxnSpPr>
        <p:spPr>
          <a:xfrm>
            <a:off x="3395589" y="4979945"/>
            <a:ext cx="6485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38E3F10-D7C0-D96B-BF98-49225ED165BE}"/>
              </a:ext>
            </a:extLst>
          </p:cNvPr>
          <p:cNvCxnSpPr>
            <a:cxnSpLocks/>
          </p:cNvCxnSpPr>
          <p:nvPr/>
        </p:nvCxnSpPr>
        <p:spPr>
          <a:xfrm flipV="1">
            <a:off x="4044099" y="4347820"/>
            <a:ext cx="0" cy="632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83B9387-9AED-F23F-E298-36019AA32131}"/>
              </a:ext>
            </a:extLst>
          </p:cNvPr>
          <p:cNvCxnSpPr>
            <a:cxnSpLocks/>
          </p:cNvCxnSpPr>
          <p:nvPr/>
        </p:nvCxnSpPr>
        <p:spPr>
          <a:xfrm>
            <a:off x="4044099" y="4357774"/>
            <a:ext cx="21183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30D8A92-1F2B-3485-66F6-BD417123F78E}"/>
              </a:ext>
            </a:extLst>
          </p:cNvPr>
          <p:cNvCxnSpPr>
            <a:cxnSpLocks/>
          </p:cNvCxnSpPr>
          <p:nvPr/>
        </p:nvCxnSpPr>
        <p:spPr>
          <a:xfrm>
            <a:off x="11217897" y="4357774"/>
            <a:ext cx="5750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36377EE-DD6A-BA0B-16E7-F3E6760E9CAE}"/>
              </a:ext>
            </a:extLst>
          </p:cNvPr>
          <p:cNvCxnSpPr>
            <a:cxnSpLocks/>
          </p:cNvCxnSpPr>
          <p:nvPr/>
        </p:nvCxnSpPr>
        <p:spPr>
          <a:xfrm>
            <a:off x="4044099" y="4979945"/>
            <a:ext cx="77488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0DC12D1-B782-89B5-B790-99679FF899F0}"/>
              </a:ext>
            </a:extLst>
          </p:cNvPr>
          <p:cNvCxnSpPr>
            <a:cxnSpLocks/>
          </p:cNvCxnSpPr>
          <p:nvPr/>
        </p:nvCxnSpPr>
        <p:spPr>
          <a:xfrm flipV="1">
            <a:off x="11792932" y="4357774"/>
            <a:ext cx="0" cy="6221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938911D-49BA-C116-4698-AAF1338E71E0}"/>
              </a:ext>
            </a:extLst>
          </p:cNvPr>
          <p:cNvCxnSpPr>
            <a:cxnSpLocks/>
          </p:cNvCxnSpPr>
          <p:nvPr/>
        </p:nvCxnSpPr>
        <p:spPr>
          <a:xfrm flipV="1">
            <a:off x="11404365" y="4204487"/>
            <a:ext cx="11494" cy="153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2E2573E-E51A-E85D-8CBA-9295A67B85A5}"/>
              </a:ext>
            </a:extLst>
          </p:cNvPr>
          <p:cNvCxnSpPr>
            <a:cxnSpLocks/>
          </p:cNvCxnSpPr>
          <p:nvPr/>
        </p:nvCxnSpPr>
        <p:spPr>
          <a:xfrm flipV="1">
            <a:off x="5866288" y="4235275"/>
            <a:ext cx="0" cy="3281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8EB414B-9207-810D-769A-8CADCEB41B6C}"/>
              </a:ext>
            </a:extLst>
          </p:cNvPr>
          <p:cNvCxnSpPr>
            <a:cxnSpLocks/>
          </p:cNvCxnSpPr>
          <p:nvPr/>
        </p:nvCxnSpPr>
        <p:spPr>
          <a:xfrm flipV="1">
            <a:off x="5763567" y="4194533"/>
            <a:ext cx="11494" cy="153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4E701DAE-103F-1FE6-B2BB-D0B06E746250}"/>
              </a:ext>
            </a:extLst>
          </p:cNvPr>
          <p:cNvSpPr/>
          <p:nvPr/>
        </p:nvSpPr>
        <p:spPr>
          <a:xfrm>
            <a:off x="4590852" y="4278698"/>
            <a:ext cx="688157" cy="39657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40" name="Picture 16" descr="Resistor 330 ohm - 1/4W 5%">
            <a:extLst>
              <a:ext uri="{FF2B5EF4-FFF2-40B4-BE49-F238E27FC236}">
                <a16:creationId xmlns:a16="http://schemas.microsoft.com/office/drawing/2014/main" id="{07BD514E-2EF4-E101-B9EF-8CD9DE2C7E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4" t="44917" r="26132" b="43240"/>
          <a:stretch>
            <a:fillRect/>
          </a:stretch>
        </p:blipFill>
        <p:spPr bwMode="auto">
          <a:xfrm>
            <a:off x="4872868" y="1029563"/>
            <a:ext cx="461914" cy="123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9A48B540-390F-7B95-5915-198694D5599D}"/>
              </a:ext>
            </a:extLst>
          </p:cNvPr>
          <p:cNvCxnSpPr>
            <a:cxnSpLocks/>
            <a:stCxn id="1040" idx="1"/>
          </p:cNvCxnSpPr>
          <p:nvPr/>
        </p:nvCxnSpPr>
        <p:spPr>
          <a:xfrm flipH="1">
            <a:off x="4594387" y="1091537"/>
            <a:ext cx="278481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F75B492C-F029-55FE-673B-2EB5B4D0BD61}"/>
              </a:ext>
            </a:extLst>
          </p:cNvPr>
          <p:cNvCxnSpPr>
            <a:cxnSpLocks/>
          </p:cNvCxnSpPr>
          <p:nvPr/>
        </p:nvCxnSpPr>
        <p:spPr>
          <a:xfrm flipH="1">
            <a:off x="5334782" y="1091537"/>
            <a:ext cx="278481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4C5E4029-A3CF-EBEE-F176-9270869D4411}"/>
              </a:ext>
            </a:extLst>
          </p:cNvPr>
          <p:cNvCxnSpPr>
            <a:cxnSpLocks/>
          </p:cNvCxnSpPr>
          <p:nvPr/>
        </p:nvCxnSpPr>
        <p:spPr>
          <a:xfrm flipV="1">
            <a:off x="5613263" y="1091537"/>
            <a:ext cx="0" cy="337201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B4A0CB8B-20ED-E2C5-7846-71A6635C7445}"/>
              </a:ext>
            </a:extLst>
          </p:cNvPr>
          <p:cNvSpPr/>
          <p:nvPr/>
        </p:nvSpPr>
        <p:spPr>
          <a:xfrm>
            <a:off x="4590853" y="6285673"/>
            <a:ext cx="688157" cy="356423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70" name="Picture 1069" descr="A close up of a white device&#10;&#10;AI-generated content may be incorrect.">
            <a:extLst>
              <a:ext uri="{FF2B5EF4-FFF2-40B4-BE49-F238E27FC236}">
                <a16:creationId xmlns:a16="http://schemas.microsoft.com/office/drawing/2014/main" id="{6C25530D-D719-FAE9-2AA7-779BB712F2E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52"/>
          <a:stretch>
            <a:fillRect/>
          </a:stretch>
        </p:blipFill>
        <p:spPr>
          <a:xfrm>
            <a:off x="6162430" y="5759866"/>
            <a:ext cx="2574935" cy="520700"/>
          </a:xfrm>
          <a:prstGeom prst="rect">
            <a:avLst/>
          </a:prstGeom>
        </p:spPr>
      </p:pic>
      <p:pic>
        <p:nvPicPr>
          <p:cNvPr id="1071" name="Picture 1070">
            <a:extLst>
              <a:ext uri="{FF2B5EF4-FFF2-40B4-BE49-F238E27FC236}">
                <a16:creationId xmlns:a16="http://schemas.microsoft.com/office/drawing/2014/main" id="{3FA6C035-8E6D-5A6D-5486-5BC8EFEAC6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7501" y="5110177"/>
            <a:ext cx="304800" cy="723900"/>
          </a:xfrm>
          <a:prstGeom prst="rect">
            <a:avLst/>
          </a:prstGeom>
        </p:spPr>
      </p:pic>
      <p:pic>
        <p:nvPicPr>
          <p:cNvPr id="1072" name="Picture 1071" descr="A close up of a white device&#10;&#10;AI-generated content may be incorrect.">
            <a:extLst>
              <a:ext uri="{FF2B5EF4-FFF2-40B4-BE49-F238E27FC236}">
                <a16:creationId xmlns:a16="http://schemas.microsoft.com/office/drawing/2014/main" id="{0C5B1501-C219-05A2-5039-618A0DD6FD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0501" y="5759866"/>
            <a:ext cx="2667000" cy="520700"/>
          </a:xfrm>
          <a:prstGeom prst="rect">
            <a:avLst/>
          </a:prstGeom>
        </p:spPr>
      </p:pic>
      <p:pic>
        <p:nvPicPr>
          <p:cNvPr id="1073" name="Picture 1072">
            <a:extLst>
              <a:ext uri="{FF2B5EF4-FFF2-40B4-BE49-F238E27FC236}">
                <a16:creationId xmlns:a16="http://schemas.microsoft.com/office/drawing/2014/main" id="{4E83280F-482C-467E-F970-0CB2138DBE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8046" y="5110177"/>
            <a:ext cx="304800" cy="723900"/>
          </a:xfrm>
          <a:prstGeom prst="rect">
            <a:avLst/>
          </a:prstGeom>
        </p:spPr>
      </p:pic>
      <p:pic>
        <p:nvPicPr>
          <p:cNvPr id="1074" name="Picture 1073">
            <a:extLst>
              <a:ext uri="{FF2B5EF4-FFF2-40B4-BE49-F238E27FC236}">
                <a16:creationId xmlns:a16="http://schemas.microsoft.com/office/drawing/2014/main" id="{DCAB0F71-ECB4-E396-DF70-FD6912DC543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653" t="2" r="14527" b="215"/>
          <a:stretch>
            <a:fillRect/>
          </a:stretch>
        </p:blipFill>
        <p:spPr>
          <a:xfrm>
            <a:off x="4661095" y="6315716"/>
            <a:ext cx="517525" cy="219608"/>
          </a:xfrm>
          <a:prstGeom prst="rect">
            <a:avLst/>
          </a:prstGeom>
        </p:spPr>
      </p:pic>
      <p:cxnSp>
        <p:nvCxnSpPr>
          <p:cNvPr id="1075" name="Straight Connector 1074">
            <a:extLst>
              <a:ext uri="{FF2B5EF4-FFF2-40B4-BE49-F238E27FC236}">
                <a16:creationId xmlns:a16="http://schemas.microsoft.com/office/drawing/2014/main" id="{0AE3EDA2-3753-455C-FF3D-46FD0BF08212}"/>
              </a:ext>
            </a:extLst>
          </p:cNvPr>
          <p:cNvCxnSpPr>
            <a:cxnSpLocks/>
            <a:stCxn id="1074" idx="3"/>
          </p:cNvCxnSpPr>
          <p:nvPr/>
        </p:nvCxnSpPr>
        <p:spPr>
          <a:xfrm flipV="1">
            <a:off x="5178620" y="6425282"/>
            <a:ext cx="6433681" cy="2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242033B4-FA81-BE3A-5B45-F86211C5A09D}"/>
              </a:ext>
            </a:extLst>
          </p:cNvPr>
          <p:cNvCxnSpPr>
            <a:cxnSpLocks/>
          </p:cNvCxnSpPr>
          <p:nvPr/>
        </p:nvCxnSpPr>
        <p:spPr>
          <a:xfrm flipV="1">
            <a:off x="11612301" y="6118782"/>
            <a:ext cx="0" cy="3065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Connector 1076">
            <a:extLst>
              <a:ext uri="{FF2B5EF4-FFF2-40B4-BE49-F238E27FC236}">
                <a16:creationId xmlns:a16="http://schemas.microsoft.com/office/drawing/2014/main" id="{171E115B-7ABE-1B2E-0453-1F51FA6F903E}"/>
              </a:ext>
            </a:extLst>
          </p:cNvPr>
          <p:cNvCxnSpPr>
            <a:cxnSpLocks/>
          </p:cNvCxnSpPr>
          <p:nvPr/>
        </p:nvCxnSpPr>
        <p:spPr>
          <a:xfrm>
            <a:off x="11217897" y="6128736"/>
            <a:ext cx="394404" cy="10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8" name="Straight Connector 1077">
            <a:extLst>
              <a:ext uri="{FF2B5EF4-FFF2-40B4-BE49-F238E27FC236}">
                <a16:creationId xmlns:a16="http://schemas.microsoft.com/office/drawing/2014/main" id="{25711589-9DE8-EC6F-922E-866DB7069606}"/>
              </a:ext>
            </a:extLst>
          </p:cNvPr>
          <p:cNvCxnSpPr>
            <a:cxnSpLocks/>
          </p:cNvCxnSpPr>
          <p:nvPr/>
        </p:nvCxnSpPr>
        <p:spPr>
          <a:xfrm flipV="1">
            <a:off x="11507086" y="5800608"/>
            <a:ext cx="0" cy="3281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79" name="Picture 1078">
            <a:extLst>
              <a:ext uri="{FF2B5EF4-FFF2-40B4-BE49-F238E27FC236}">
                <a16:creationId xmlns:a16="http://schemas.microsoft.com/office/drawing/2014/main" id="{E6EDD378-F1FB-D030-B75A-E77CB8EEFC1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653" t="2" r="14527" b="215"/>
          <a:stretch>
            <a:fillRect/>
          </a:stretch>
        </p:blipFill>
        <p:spPr>
          <a:xfrm>
            <a:off x="4661095" y="6018932"/>
            <a:ext cx="517525" cy="219608"/>
          </a:xfrm>
          <a:prstGeom prst="rect">
            <a:avLst/>
          </a:prstGeom>
        </p:spPr>
      </p:pic>
      <p:cxnSp>
        <p:nvCxnSpPr>
          <p:cNvPr id="1080" name="Straight Connector 1079">
            <a:extLst>
              <a:ext uri="{FF2B5EF4-FFF2-40B4-BE49-F238E27FC236}">
                <a16:creationId xmlns:a16="http://schemas.microsoft.com/office/drawing/2014/main" id="{E6631966-278C-8D18-7283-DD73D05C8DA5}"/>
              </a:ext>
            </a:extLst>
          </p:cNvPr>
          <p:cNvCxnSpPr>
            <a:cxnSpLocks/>
            <a:stCxn id="1079" idx="3"/>
          </p:cNvCxnSpPr>
          <p:nvPr/>
        </p:nvCxnSpPr>
        <p:spPr>
          <a:xfrm>
            <a:off x="5178620" y="6128736"/>
            <a:ext cx="101585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Straight Connector 1080">
            <a:extLst>
              <a:ext uri="{FF2B5EF4-FFF2-40B4-BE49-F238E27FC236}">
                <a16:creationId xmlns:a16="http://schemas.microsoft.com/office/drawing/2014/main" id="{F5B41C62-2D8C-2E3B-6058-BFC7E7216656}"/>
              </a:ext>
            </a:extLst>
          </p:cNvPr>
          <p:cNvCxnSpPr>
            <a:cxnSpLocks/>
          </p:cNvCxnSpPr>
          <p:nvPr/>
        </p:nvCxnSpPr>
        <p:spPr>
          <a:xfrm flipV="1">
            <a:off x="4223208" y="5640757"/>
            <a:ext cx="0" cy="7845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Connector 1081">
            <a:extLst>
              <a:ext uri="{FF2B5EF4-FFF2-40B4-BE49-F238E27FC236}">
                <a16:creationId xmlns:a16="http://schemas.microsoft.com/office/drawing/2014/main" id="{AC0ED04F-D195-75AD-A987-9B5999BA4635}"/>
              </a:ext>
            </a:extLst>
          </p:cNvPr>
          <p:cNvCxnSpPr>
            <a:cxnSpLocks/>
            <a:endCxn id="1079" idx="1"/>
          </p:cNvCxnSpPr>
          <p:nvPr/>
        </p:nvCxnSpPr>
        <p:spPr>
          <a:xfrm>
            <a:off x="4232635" y="6128736"/>
            <a:ext cx="4284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Connector 1082">
            <a:extLst>
              <a:ext uri="{FF2B5EF4-FFF2-40B4-BE49-F238E27FC236}">
                <a16:creationId xmlns:a16="http://schemas.microsoft.com/office/drawing/2014/main" id="{86910CED-F5FC-45C8-FBB4-55B0034B3607}"/>
              </a:ext>
            </a:extLst>
          </p:cNvPr>
          <p:cNvCxnSpPr>
            <a:cxnSpLocks/>
          </p:cNvCxnSpPr>
          <p:nvPr/>
        </p:nvCxnSpPr>
        <p:spPr>
          <a:xfrm>
            <a:off x="4232635" y="6425282"/>
            <a:ext cx="4284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91BF350A-DAE7-FA2F-349A-542C5E4E646D}"/>
              </a:ext>
            </a:extLst>
          </p:cNvPr>
          <p:cNvCxnSpPr>
            <a:cxnSpLocks/>
          </p:cNvCxnSpPr>
          <p:nvPr/>
        </p:nvCxnSpPr>
        <p:spPr>
          <a:xfrm flipV="1">
            <a:off x="4044099" y="5110177"/>
            <a:ext cx="0" cy="14251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E873D975-5088-B596-0514-78944876F433}"/>
              </a:ext>
            </a:extLst>
          </p:cNvPr>
          <p:cNvCxnSpPr>
            <a:cxnSpLocks/>
          </p:cNvCxnSpPr>
          <p:nvPr/>
        </p:nvCxnSpPr>
        <p:spPr>
          <a:xfrm>
            <a:off x="4044099" y="5913153"/>
            <a:ext cx="21183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6CB33EE1-EA66-12F0-BE66-B3A7CF127FF6}"/>
              </a:ext>
            </a:extLst>
          </p:cNvPr>
          <p:cNvCxnSpPr>
            <a:cxnSpLocks/>
          </p:cNvCxnSpPr>
          <p:nvPr/>
        </p:nvCxnSpPr>
        <p:spPr>
          <a:xfrm>
            <a:off x="11217897" y="5913153"/>
            <a:ext cx="5750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Straight Connector 1086">
            <a:extLst>
              <a:ext uri="{FF2B5EF4-FFF2-40B4-BE49-F238E27FC236}">
                <a16:creationId xmlns:a16="http://schemas.microsoft.com/office/drawing/2014/main" id="{5EC351DB-FB50-A6C8-E672-79B632245E5C}"/>
              </a:ext>
            </a:extLst>
          </p:cNvPr>
          <p:cNvCxnSpPr>
            <a:cxnSpLocks/>
          </p:cNvCxnSpPr>
          <p:nvPr/>
        </p:nvCxnSpPr>
        <p:spPr>
          <a:xfrm>
            <a:off x="4044099" y="6535324"/>
            <a:ext cx="77488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7851DF2A-1F4D-79D5-21E0-D6EDF0964426}"/>
              </a:ext>
            </a:extLst>
          </p:cNvPr>
          <p:cNvCxnSpPr>
            <a:cxnSpLocks/>
          </p:cNvCxnSpPr>
          <p:nvPr/>
        </p:nvCxnSpPr>
        <p:spPr>
          <a:xfrm flipV="1">
            <a:off x="11792932" y="5913153"/>
            <a:ext cx="0" cy="6221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9" name="Straight Connector 1088">
            <a:extLst>
              <a:ext uri="{FF2B5EF4-FFF2-40B4-BE49-F238E27FC236}">
                <a16:creationId xmlns:a16="http://schemas.microsoft.com/office/drawing/2014/main" id="{F5582816-60C4-8A2D-D6AE-EAF484C7FA48}"/>
              </a:ext>
            </a:extLst>
          </p:cNvPr>
          <p:cNvCxnSpPr>
            <a:cxnSpLocks/>
          </p:cNvCxnSpPr>
          <p:nvPr/>
        </p:nvCxnSpPr>
        <p:spPr>
          <a:xfrm flipV="1">
            <a:off x="11404365" y="5759866"/>
            <a:ext cx="11494" cy="153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0" name="Straight Connector 1089">
            <a:extLst>
              <a:ext uri="{FF2B5EF4-FFF2-40B4-BE49-F238E27FC236}">
                <a16:creationId xmlns:a16="http://schemas.microsoft.com/office/drawing/2014/main" id="{ACB80932-28F3-CB97-BA02-9BD89CA2E4AC}"/>
              </a:ext>
            </a:extLst>
          </p:cNvPr>
          <p:cNvCxnSpPr>
            <a:cxnSpLocks/>
          </p:cNvCxnSpPr>
          <p:nvPr/>
        </p:nvCxnSpPr>
        <p:spPr>
          <a:xfrm flipV="1">
            <a:off x="5866288" y="5790654"/>
            <a:ext cx="0" cy="3281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87E68AA9-48F7-D5CB-11CE-CF8D9D19D5F8}"/>
              </a:ext>
            </a:extLst>
          </p:cNvPr>
          <p:cNvCxnSpPr>
            <a:cxnSpLocks/>
          </p:cNvCxnSpPr>
          <p:nvPr/>
        </p:nvCxnSpPr>
        <p:spPr>
          <a:xfrm flipV="1">
            <a:off x="5763567" y="5749912"/>
            <a:ext cx="11494" cy="153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C8E8F22-7EC0-00EB-775C-EC95C0314607}"/>
              </a:ext>
            </a:extLst>
          </p:cNvPr>
          <p:cNvSpPr/>
          <p:nvPr/>
        </p:nvSpPr>
        <p:spPr>
          <a:xfrm>
            <a:off x="4590852" y="5834077"/>
            <a:ext cx="688157" cy="39657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94" name="Straight Connector 1093">
            <a:extLst>
              <a:ext uri="{FF2B5EF4-FFF2-40B4-BE49-F238E27FC236}">
                <a16:creationId xmlns:a16="http://schemas.microsoft.com/office/drawing/2014/main" id="{266FD887-E0E2-2B0E-DFB3-62473B79DAE7}"/>
              </a:ext>
            </a:extLst>
          </p:cNvPr>
          <p:cNvCxnSpPr>
            <a:cxnSpLocks/>
          </p:cNvCxnSpPr>
          <p:nvPr/>
        </p:nvCxnSpPr>
        <p:spPr>
          <a:xfrm flipH="1">
            <a:off x="3395588" y="5110177"/>
            <a:ext cx="6485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Straight Connector 1096">
            <a:extLst>
              <a:ext uri="{FF2B5EF4-FFF2-40B4-BE49-F238E27FC236}">
                <a16:creationId xmlns:a16="http://schemas.microsoft.com/office/drawing/2014/main" id="{0B410FA6-0A80-56C8-1E20-A0D3DC8436BF}"/>
              </a:ext>
            </a:extLst>
          </p:cNvPr>
          <p:cNvCxnSpPr>
            <a:cxnSpLocks/>
          </p:cNvCxnSpPr>
          <p:nvPr/>
        </p:nvCxnSpPr>
        <p:spPr>
          <a:xfrm flipH="1" flipV="1">
            <a:off x="3395587" y="5639447"/>
            <a:ext cx="827621" cy="13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00" name="Picture 16" descr="Resistor 330 ohm - 1/4W 5%">
            <a:extLst>
              <a:ext uri="{FF2B5EF4-FFF2-40B4-BE49-F238E27FC236}">
                <a16:creationId xmlns:a16="http://schemas.microsoft.com/office/drawing/2014/main" id="{5BDE3ABA-3E5B-E98E-EAC3-E270BAD1EB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4" t="44917" r="26132" b="43240"/>
          <a:stretch>
            <a:fillRect/>
          </a:stretch>
        </p:blipFill>
        <p:spPr bwMode="auto">
          <a:xfrm>
            <a:off x="4869333" y="1197316"/>
            <a:ext cx="461914" cy="123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01" name="Straight Connector 1100">
            <a:extLst>
              <a:ext uri="{FF2B5EF4-FFF2-40B4-BE49-F238E27FC236}">
                <a16:creationId xmlns:a16="http://schemas.microsoft.com/office/drawing/2014/main" id="{553E7CF9-00F9-9805-AA6A-14B6793046AB}"/>
              </a:ext>
            </a:extLst>
          </p:cNvPr>
          <p:cNvCxnSpPr>
            <a:cxnSpLocks/>
            <a:stCxn id="1100" idx="1"/>
          </p:cNvCxnSpPr>
          <p:nvPr/>
        </p:nvCxnSpPr>
        <p:spPr>
          <a:xfrm flipH="1">
            <a:off x="4590852" y="1259290"/>
            <a:ext cx="278481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Straight Connector 1101">
            <a:extLst>
              <a:ext uri="{FF2B5EF4-FFF2-40B4-BE49-F238E27FC236}">
                <a16:creationId xmlns:a16="http://schemas.microsoft.com/office/drawing/2014/main" id="{6D2F27F5-650A-AF80-9BAE-787BA4E858A8}"/>
              </a:ext>
            </a:extLst>
          </p:cNvPr>
          <p:cNvCxnSpPr>
            <a:cxnSpLocks/>
          </p:cNvCxnSpPr>
          <p:nvPr/>
        </p:nvCxnSpPr>
        <p:spPr>
          <a:xfrm flipH="1">
            <a:off x="5331247" y="1259290"/>
            <a:ext cx="145726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Straight Connector 1103">
            <a:extLst>
              <a:ext uri="{FF2B5EF4-FFF2-40B4-BE49-F238E27FC236}">
                <a16:creationId xmlns:a16="http://schemas.microsoft.com/office/drawing/2014/main" id="{56715A9E-59CD-95D8-FBF7-3C0388F1AC5B}"/>
              </a:ext>
            </a:extLst>
          </p:cNvPr>
          <p:cNvCxnSpPr>
            <a:cxnSpLocks/>
          </p:cNvCxnSpPr>
          <p:nvPr/>
        </p:nvCxnSpPr>
        <p:spPr>
          <a:xfrm flipV="1">
            <a:off x="5468918" y="1259290"/>
            <a:ext cx="8055" cy="477870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8" name="Straight Connector 1107">
            <a:extLst>
              <a:ext uri="{FF2B5EF4-FFF2-40B4-BE49-F238E27FC236}">
                <a16:creationId xmlns:a16="http://schemas.microsoft.com/office/drawing/2014/main" id="{39B7E79A-04ED-9884-D5C0-25EFA63F0B96}"/>
              </a:ext>
            </a:extLst>
          </p:cNvPr>
          <p:cNvCxnSpPr>
            <a:cxnSpLocks/>
            <a:stCxn id="1070" idx="1"/>
          </p:cNvCxnSpPr>
          <p:nvPr/>
        </p:nvCxnSpPr>
        <p:spPr>
          <a:xfrm flipH="1" flipV="1">
            <a:off x="5468918" y="6018932"/>
            <a:ext cx="693512" cy="128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0" name="Straight Connector 1109">
            <a:extLst>
              <a:ext uri="{FF2B5EF4-FFF2-40B4-BE49-F238E27FC236}">
                <a16:creationId xmlns:a16="http://schemas.microsoft.com/office/drawing/2014/main" id="{A4737EDD-4B2B-25ED-7411-DD9FB9E174C7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5613263" y="4463553"/>
            <a:ext cx="549167" cy="1284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Connector 1111">
            <a:extLst>
              <a:ext uri="{FF2B5EF4-FFF2-40B4-BE49-F238E27FC236}">
                <a16:creationId xmlns:a16="http://schemas.microsoft.com/office/drawing/2014/main" id="{DC968BB2-169C-7278-BC5B-711368343C1B}"/>
              </a:ext>
            </a:extLst>
          </p:cNvPr>
          <p:cNvCxnSpPr>
            <a:cxnSpLocks/>
          </p:cNvCxnSpPr>
          <p:nvPr/>
        </p:nvCxnSpPr>
        <p:spPr>
          <a:xfrm>
            <a:off x="3395587" y="5500328"/>
            <a:ext cx="35275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Straight Connector 1114">
            <a:extLst>
              <a:ext uri="{FF2B5EF4-FFF2-40B4-BE49-F238E27FC236}">
                <a16:creationId xmlns:a16="http://schemas.microsoft.com/office/drawing/2014/main" id="{22DCFA49-39A5-6469-670C-D1575E40B464}"/>
              </a:ext>
            </a:extLst>
          </p:cNvPr>
          <p:cNvCxnSpPr>
            <a:cxnSpLocks/>
          </p:cNvCxnSpPr>
          <p:nvPr/>
        </p:nvCxnSpPr>
        <p:spPr>
          <a:xfrm flipV="1">
            <a:off x="3748338" y="3827417"/>
            <a:ext cx="18067" cy="16729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8" name="Straight Connector 1117">
            <a:extLst>
              <a:ext uri="{FF2B5EF4-FFF2-40B4-BE49-F238E27FC236}">
                <a16:creationId xmlns:a16="http://schemas.microsoft.com/office/drawing/2014/main" id="{F42948D3-7DBB-6764-654A-841EB6B5652B}"/>
              </a:ext>
            </a:extLst>
          </p:cNvPr>
          <p:cNvCxnSpPr>
            <a:cxnSpLocks/>
            <a:stCxn id="1139" idx="3"/>
          </p:cNvCxnSpPr>
          <p:nvPr/>
        </p:nvCxnSpPr>
        <p:spPr>
          <a:xfrm>
            <a:off x="1500641" y="3827417"/>
            <a:ext cx="22657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1" name="Straight Connector 1120">
            <a:extLst>
              <a:ext uri="{FF2B5EF4-FFF2-40B4-BE49-F238E27FC236}">
                <a16:creationId xmlns:a16="http://schemas.microsoft.com/office/drawing/2014/main" id="{F5F78C95-E3AC-C731-EB68-BC689FCAD85F}"/>
              </a:ext>
            </a:extLst>
          </p:cNvPr>
          <p:cNvCxnSpPr>
            <a:cxnSpLocks/>
          </p:cNvCxnSpPr>
          <p:nvPr/>
        </p:nvCxnSpPr>
        <p:spPr>
          <a:xfrm flipV="1">
            <a:off x="554656" y="915107"/>
            <a:ext cx="0" cy="29123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6" name="Straight Connector 1125">
            <a:extLst>
              <a:ext uri="{FF2B5EF4-FFF2-40B4-BE49-F238E27FC236}">
                <a16:creationId xmlns:a16="http://schemas.microsoft.com/office/drawing/2014/main" id="{130BBB6D-F45C-CE15-FA1E-F68A2955AEB2}"/>
              </a:ext>
            </a:extLst>
          </p:cNvPr>
          <p:cNvCxnSpPr>
            <a:cxnSpLocks/>
          </p:cNvCxnSpPr>
          <p:nvPr/>
        </p:nvCxnSpPr>
        <p:spPr>
          <a:xfrm flipH="1">
            <a:off x="554656" y="915107"/>
            <a:ext cx="7332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Connector 1128">
            <a:extLst>
              <a:ext uri="{FF2B5EF4-FFF2-40B4-BE49-F238E27FC236}">
                <a16:creationId xmlns:a16="http://schemas.microsoft.com/office/drawing/2014/main" id="{282AC237-792B-AA6D-0267-63CA31334C2E}"/>
              </a:ext>
            </a:extLst>
          </p:cNvPr>
          <p:cNvCxnSpPr>
            <a:cxnSpLocks/>
          </p:cNvCxnSpPr>
          <p:nvPr/>
        </p:nvCxnSpPr>
        <p:spPr>
          <a:xfrm flipH="1">
            <a:off x="3395587" y="5198513"/>
            <a:ext cx="4788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2" name="Straight Connector 1131">
            <a:extLst>
              <a:ext uri="{FF2B5EF4-FFF2-40B4-BE49-F238E27FC236}">
                <a16:creationId xmlns:a16="http://schemas.microsoft.com/office/drawing/2014/main" id="{F0D69094-9134-5750-7ED2-993D38695A32}"/>
              </a:ext>
            </a:extLst>
          </p:cNvPr>
          <p:cNvCxnSpPr>
            <a:cxnSpLocks/>
          </p:cNvCxnSpPr>
          <p:nvPr/>
        </p:nvCxnSpPr>
        <p:spPr>
          <a:xfrm flipH="1">
            <a:off x="657470" y="3639051"/>
            <a:ext cx="3216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3" name="Straight Connector 1132">
            <a:extLst>
              <a:ext uri="{FF2B5EF4-FFF2-40B4-BE49-F238E27FC236}">
                <a16:creationId xmlns:a16="http://schemas.microsoft.com/office/drawing/2014/main" id="{BF0EE650-FDC2-5BF4-9399-507E2E9FBE37}"/>
              </a:ext>
            </a:extLst>
          </p:cNvPr>
          <p:cNvCxnSpPr>
            <a:cxnSpLocks/>
          </p:cNvCxnSpPr>
          <p:nvPr/>
        </p:nvCxnSpPr>
        <p:spPr>
          <a:xfrm flipV="1">
            <a:off x="3874418" y="3639051"/>
            <a:ext cx="0" cy="15594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39" name="Picture 1138">
            <a:extLst>
              <a:ext uri="{FF2B5EF4-FFF2-40B4-BE49-F238E27FC236}">
                <a16:creationId xmlns:a16="http://schemas.microsoft.com/office/drawing/2014/main" id="{9CA59B09-FE31-E0C8-E87A-2B40428D056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653" t="2" r="14527" b="215"/>
          <a:stretch>
            <a:fillRect/>
          </a:stretch>
        </p:blipFill>
        <p:spPr>
          <a:xfrm>
            <a:off x="983116" y="3717613"/>
            <a:ext cx="517525" cy="219608"/>
          </a:xfrm>
          <a:prstGeom prst="rect">
            <a:avLst/>
          </a:prstGeom>
        </p:spPr>
      </p:pic>
      <p:cxnSp>
        <p:nvCxnSpPr>
          <p:cNvPr id="1140" name="Straight Connector 1139">
            <a:extLst>
              <a:ext uri="{FF2B5EF4-FFF2-40B4-BE49-F238E27FC236}">
                <a16:creationId xmlns:a16="http://schemas.microsoft.com/office/drawing/2014/main" id="{A647FD52-3C44-EA49-D018-ABE95663B14F}"/>
              </a:ext>
            </a:extLst>
          </p:cNvPr>
          <p:cNvCxnSpPr>
            <a:cxnSpLocks/>
            <a:endCxn id="1139" idx="1"/>
          </p:cNvCxnSpPr>
          <p:nvPr/>
        </p:nvCxnSpPr>
        <p:spPr>
          <a:xfrm>
            <a:off x="554656" y="3827417"/>
            <a:ext cx="4284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69296807-96B7-DC1C-0E9D-972F0FD6326E}"/>
              </a:ext>
            </a:extLst>
          </p:cNvPr>
          <p:cNvSpPr/>
          <p:nvPr/>
        </p:nvSpPr>
        <p:spPr>
          <a:xfrm>
            <a:off x="912873" y="3532758"/>
            <a:ext cx="688157" cy="39657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46" name="Straight Connector 1145">
            <a:extLst>
              <a:ext uri="{FF2B5EF4-FFF2-40B4-BE49-F238E27FC236}">
                <a16:creationId xmlns:a16="http://schemas.microsoft.com/office/drawing/2014/main" id="{46131CE4-99BF-D3E2-DDDB-CBC2690100DA}"/>
              </a:ext>
            </a:extLst>
          </p:cNvPr>
          <p:cNvCxnSpPr>
            <a:cxnSpLocks/>
          </p:cNvCxnSpPr>
          <p:nvPr/>
        </p:nvCxnSpPr>
        <p:spPr>
          <a:xfrm flipV="1">
            <a:off x="657470" y="1054278"/>
            <a:ext cx="0" cy="25847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8" name="Straight Connector 1147">
            <a:extLst>
              <a:ext uri="{FF2B5EF4-FFF2-40B4-BE49-F238E27FC236}">
                <a16:creationId xmlns:a16="http://schemas.microsoft.com/office/drawing/2014/main" id="{E8431C7F-E527-F10E-AC65-B41F48A7DC00}"/>
              </a:ext>
            </a:extLst>
          </p:cNvPr>
          <p:cNvCxnSpPr>
            <a:cxnSpLocks/>
          </p:cNvCxnSpPr>
          <p:nvPr/>
        </p:nvCxnSpPr>
        <p:spPr>
          <a:xfrm flipH="1">
            <a:off x="657470" y="1054278"/>
            <a:ext cx="6304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1" name="Straight Connector 1150">
            <a:extLst>
              <a:ext uri="{FF2B5EF4-FFF2-40B4-BE49-F238E27FC236}">
                <a16:creationId xmlns:a16="http://schemas.microsoft.com/office/drawing/2014/main" id="{817AC980-370C-8B5F-C407-889325477976}"/>
              </a:ext>
            </a:extLst>
          </p:cNvPr>
          <p:cNvCxnSpPr>
            <a:cxnSpLocks/>
          </p:cNvCxnSpPr>
          <p:nvPr/>
        </p:nvCxnSpPr>
        <p:spPr>
          <a:xfrm flipH="1">
            <a:off x="912873" y="1321264"/>
            <a:ext cx="37845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3" name="Straight Connector 1152">
            <a:extLst>
              <a:ext uri="{FF2B5EF4-FFF2-40B4-BE49-F238E27FC236}">
                <a16:creationId xmlns:a16="http://schemas.microsoft.com/office/drawing/2014/main" id="{FCA60150-3B3E-EB76-50BD-F7C94BA2AA19}"/>
              </a:ext>
            </a:extLst>
          </p:cNvPr>
          <p:cNvCxnSpPr>
            <a:cxnSpLocks/>
          </p:cNvCxnSpPr>
          <p:nvPr/>
        </p:nvCxnSpPr>
        <p:spPr>
          <a:xfrm flipV="1">
            <a:off x="901869" y="1321264"/>
            <a:ext cx="0" cy="113629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7" name="Straight Connector 1156">
            <a:extLst>
              <a:ext uri="{FF2B5EF4-FFF2-40B4-BE49-F238E27FC236}">
                <a16:creationId xmlns:a16="http://schemas.microsoft.com/office/drawing/2014/main" id="{83E65317-4EA8-A226-958B-7AC8A6C39DAE}"/>
              </a:ext>
            </a:extLst>
          </p:cNvPr>
          <p:cNvCxnSpPr>
            <a:cxnSpLocks/>
          </p:cNvCxnSpPr>
          <p:nvPr/>
        </p:nvCxnSpPr>
        <p:spPr>
          <a:xfrm flipH="1">
            <a:off x="983116" y="1458593"/>
            <a:ext cx="30821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Connector 1159">
            <a:extLst>
              <a:ext uri="{FF2B5EF4-FFF2-40B4-BE49-F238E27FC236}">
                <a16:creationId xmlns:a16="http://schemas.microsoft.com/office/drawing/2014/main" id="{1DFB2B42-DF8F-EACF-375F-D4D3C1D20B89}"/>
              </a:ext>
            </a:extLst>
          </p:cNvPr>
          <p:cNvCxnSpPr>
            <a:cxnSpLocks/>
          </p:cNvCxnSpPr>
          <p:nvPr/>
        </p:nvCxnSpPr>
        <p:spPr>
          <a:xfrm flipV="1">
            <a:off x="983116" y="1470538"/>
            <a:ext cx="0" cy="879703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3" name="Straight Connector 1162">
            <a:extLst>
              <a:ext uri="{FF2B5EF4-FFF2-40B4-BE49-F238E27FC236}">
                <a16:creationId xmlns:a16="http://schemas.microsoft.com/office/drawing/2014/main" id="{6203269E-7B1E-5F1D-3DFD-0BFE1CDCA13E}"/>
              </a:ext>
            </a:extLst>
          </p:cNvPr>
          <p:cNvCxnSpPr>
            <a:cxnSpLocks/>
          </p:cNvCxnSpPr>
          <p:nvPr/>
        </p:nvCxnSpPr>
        <p:spPr>
          <a:xfrm flipH="1">
            <a:off x="983116" y="2346183"/>
            <a:ext cx="247904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5" name="Straight Connector 1164">
            <a:extLst>
              <a:ext uri="{FF2B5EF4-FFF2-40B4-BE49-F238E27FC236}">
                <a16:creationId xmlns:a16="http://schemas.microsoft.com/office/drawing/2014/main" id="{5C04B265-B218-96C9-0EFE-C31D24A1C27B}"/>
              </a:ext>
            </a:extLst>
          </p:cNvPr>
          <p:cNvCxnSpPr>
            <a:cxnSpLocks/>
          </p:cNvCxnSpPr>
          <p:nvPr/>
        </p:nvCxnSpPr>
        <p:spPr>
          <a:xfrm flipH="1">
            <a:off x="3458193" y="1259290"/>
            <a:ext cx="30821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6" name="Straight Connector 1165">
            <a:extLst>
              <a:ext uri="{FF2B5EF4-FFF2-40B4-BE49-F238E27FC236}">
                <a16:creationId xmlns:a16="http://schemas.microsoft.com/office/drawing/2014/main" id="{7F86B55C-C909-95AF-B9A1-B38008C546E4}"/>
              </a:ext>
            </a:extLst>
          </p:cNvPr>
          <p:cNvCxnSpPr>
            <a:cxnSpLocks/>
          </p:cNvCxnSpPr>
          <p:nvPr/>
        </p:nvCxnSpPr>
        <p:spPr>
          <a:xfrm flipV="1">
            <a:off x="3469136" y="1259290"/>
            <a:ext cx="0" cy="110000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0" name="Straight Connector 1169">
            <a:extLst>
              <a:ext uri="{FF2B5EF4-FFF2-40B4-BE49-F238E27FC236}">
                <a16:creationId xmlns:a16="http://schemas.microsoft.com/office/drawing/2014/main" id="{ACAE0090-3EA2-F140-A216-2F1D2AC39EDF}"/>
              </a:ext>
            </a:extLst>
          </p:cNvPr>
          <p:cNvCxnSpPr>
            <a:cxnSpLocks/>
          </p:cNvCxnSpPr>
          <p:nvPr/>
        </p:nvCxnSpPr>
        <p:spPr>
          <a:xfrm flipH="1" flipV="1">
            <a:off x="3283135" y="1091537"/>
            <a:ext cx="2956" cy="139498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2" name="Straight Connector 1171">
            <a:extLst>
              <a:ext uri="{FF2B5EF4-FFF2-40B4-BE49-F238E27FC236}">
                <a16:creationId xmlns:a16="http://schemas.microsoft.com/office/drawing/2014/main" id="{31A61085-01BD-1628-95CD-5052D13010AC}"/>
              </a:ext>
            </a:extLst>
          </p:cNvPr>
          <p:cNvCxnSpPr>
            <a:cxnSpLocks/>
          </p:cNvCxnSpPr>
          <p:nvPr/>
        </p:nvCxnSpPr>
        <p:spPr>
          <a:xfrm flipH="1">
            <a:off x="912873" y="2459561"/>
            <a:ext cx="238175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4" name="Straight Connector 1173">
            <a:extLst>
              <a:ext uri="{FF2B5EF4-FFF2-40B4-BE49-F238E27FC236}">
                <a16:creationId xmlns:a16="http://schemas.microsoft.com/office/drawing/2014/main" id="{61CA3698-DEB8-3935-3AE8-AE6C7BFC30A3}"/>
              </a:ext>
            </a:extLst>
          </p:cNvPr>
          <p:cNvCxnSpPr>
            <a:cxnSpLocks/>
          </p:cNvCxnSpPr>
          <p:nvPr/>
        </p:nvCxnSpPr>
        <p:spPr>
          <a:xfrm flipH="1">
            <a:off x="3270814" y="1091537"/>
            <a:ext cx="495591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7" name="Straight Connector 1176">
            <a:extLst>
              <a:ext uri="{FF2B5EF4-FFF2-40B4-BE49-F238E27FC236}">
                <a16:creationId xmlns:a16="http://schemas.microsoft.com/office/drawing/2014/main" id="{88B1A694-C858-52C2-9570-B44FF3859B83}"/>
              </a:ext>
            </a:extLst>
          </p:cNvPr>
          <p:cNvCxnSpPr>
            <a:cxnSpLocks/>
          </p:cNvCxnSpPr>
          <p:nvPr/>
        </p:nvCxnSpPr>
        <p:spPr>
          <a:xfrm flipH="1">
            <a:off x="768886" y="1197316"/>
            <a:ext cx="5338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1" name="Straight Connector 1180">
            <a:extLst>
              <a:ext uri="{FF2B5EF4-FFF2-40B4-BE49-F238E27FC236}">
                <a16:creationId xmlns:a16="http://schemas.microsoft.com/office/drawing/2014/main" id="{3FC41BC1-73B7-5FE4-EBC6-1992B1D21641}"/>
              </a:ext>
            </a:extLst>
          </p:cNvPr>
          <p:cNvCxnSpPr>
            <a:cxnSpLocks/>
          </p:cNvCxnSpPr>
          <p:nvPr/>
        </p:nvCxnSpPr>
        <p:spPr>
          <a:xfrm flipH="1" flipV="1">
            <a:off x="763966" y="1197316"/>
            <a:ext cx="4920" cy="141326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3" name="Straight Connector 1182">
            <a:extLst>
              <a:ext uri="{FF2B5EF4-FFF2-40B4-BE49-F238E27FC236}">
                <a16:creationId xmlns:a16="http://schemas.microsoft.com/office/drawing/2014/main" id="{4F6E6D43-3301-06E3-F6B3-C7E0C1F8A7FD}"/>
              </a:ext>
            </a:extLst>
          </p:cNvPr>
          <p:cNvCxnSpPr>
            <a:cxnSpLocks/>
          </p:cNvCxnSpPr>
          <p:nvPr/>
        </p:nvCxnSpPr>
        <p:spPr>
          <a:xfrm flipV="1">
            <a:off x="3066187" y="977221"/>
            <a:ext cx="0" cy="16263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4" name="Straight Connector 1183">
            <a:extLst>
              <a:ext uri="{FF2B5EF4-FFF2-40B4-BE49-F238E27FC236}">
                <a16:creationId xmlns:a16="http://schemas.microsoft.com/office/drawing/2014/main" id="{0ED5731E-6B27-E174-8DD9-18E33C5AF5AD}"/>
              </a:ext>
            </a:extLst>
          </p:cNvPr>
          <p:cNvCxnSpPr>
            <a:cxnSpLocks/>
          </p:cNvCxnSpPr>
          <p:nvPr/>
        </p:nvCxnSpPr>
        <p:spPr>
          <a:xfrm flipH="1">
            <a:off x="768886" y="2599164"/>
            <a:ext cx="230238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Connector 1186">
            <a:extLst>
              <a:ext uri="{FF2B5EF4-FFF2-40B4-BE49-F238E27FC236}">
                <a16:creationId xmlns:a16="http://schemas.microsoft.com/office/drawing/2014/main" id="{29CB987E-D1BA-E890-DEF1-635461D14307}"/>
              </a:ext>
            </a:extLst>
          </p:cNvPr>
          <p:cNvCxnSpPr>
            <a:cxnSpLocks/>
          </p:cNvCxnSpPr>
          <p:nvPr/>
        </p:nvCxnSpPr>
        <p:spPr>
          <a:xfrm flipH="1">
            <a:off x="3064287" y="979768"/>
            <a:ext cx="6930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0" name="Straight Connector 1189">
            <a:extLst>
              <a:ext uri="{FF2B5EF4-FFF2-40B4-BE49-F238E27FC236}">
                <a16:creationId xmlns:a16="http://schemas.microsoft.com/office/drawing/2014/main" id="{75F026E8-707D-6C75-3BA3-F6B071FAB6DA}"/>
              </a:ext>
            </a:extLst>
          </p:cNvPr>
          <p:cNvCxnSpPr>
            <a:cxnSpLocks/>
          </p:cNvCxnSpPr>
          <p:nvPr/>
        </p:nvCxnSpPr>
        <p:spPr>
          <a:xfrm flipH="1">
            <a:off x="657470" y="2695567"/>
            <a:ext cx="29144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2" name="Straight Connector 1191">
            <a:extLst>
              <a:ext uri="{FF2B5EF4-FFF2-40B4-BE49-F238E27FC236}">
                <a16:creationId xmlns:a16="http://schemas.microsoft.com/office/drawing/2014/main" id="{44923120-DA09-C037-B208-18783FEC8B22}"/>
              </a:ext>
            </a:extLst>
          </p:cNvPr>
          <p:cNvCxnSpPr>
            <a:cxnSpLocks/>
          </p:cNvCxnSpPr>
          <p:nvPr/>
        </p:nvCxnSpPr>
        <p:spPr>
          <a:xfrm flipV="1">
            <a:off x="3571962" y="1668256"/>
            <a:ext cx="0" cy="1033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4" name="Straight Connector 1193">
            <a:extLst>
              <a:ext uri="{FF2B5EF4-FFF2-40B4-BE49-F238E27FC236}">
                <a16:creationId xmlns:a16="http://schemas.microsoft.com/office/drawing/2014/main" id="{8CF488CE-AA18-B9BC-E572-192B14DBE978}"/>
              </a:ext>
            </a:extLst>
          </p:cNvPr>
          <p:cNvCxnSpPr>
            <a:cxnSpLocks/>
          </p:cNvCxnSpPr>
          <p:nvPr/>
        </p:nvCxnSpPr>
        <p:spPr>
          <a:xfrm flipH="1">
            <a:off x="3562928" y="1675237"/>
            <a:ext cx="1944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4" name="Straight Connector 1203">
            <a:extLst>
              <a:ext uri="{FF2B5EF4-FFF2-40B4-BE49-F238E27FC236}">
                <a16:creationId xmlns:a16="http://schemas.microsoft.com/office/drawing/2014/main" id="{9F98D50A-3A46-0F7D-4AC6-1246C76971E5}"/>
              </a:ext>
            </a:extLst>
          </p:cNvPr>
          <p:cNvCxnSpPr>
            <a:cxnSpLocks/>
          </p:cNvCxnSpPr>
          <p:nvPr/>
        </p:nvCxnSpPr>
        <p:spPr>
          <a:xfrm flipV="1">
            <a:off x="4778313" y="1667765"/>
            <a:ext cx="0" cy="21596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5" name="Straight Connector 1204">
            <a:extLst>
              <a:ext uri="{FF2B5EF4-FFF2-40B4-BE49-F238E27FC236}">
                <a16:creationId xmlns:a16="http://schemas.microsoft.com/office/drawing/2014/main" id="{25F07069-A0DE-1706-5EED-C62961CCCBA7}"/>
              </a:ext>
            </a:extLst>
          </p:cNvPr>
          <p:cNvCxnSpPr>
            <a:cxnSpLocks/>
          </p:cNvCxnSpPr>
          <p:nvPr/>
        </p:nvCxnSpPr>
        <p:spPr>
          <a:xfrm flipH="1">
            <a:off x="4588646" y="1674745"/>
            <a:ext cx="1944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7" name="Straight Connector 1206">
            <a:extLst>
              <a:ext uri="{FF2B5EF4-FFF2-40B4-BE49-F238E27FC236}">
                <a16:creationId xmlns:a16="http://schemas.microsoft.com/office/drawing/2014/main" id="{3B4526EB-4E34-AA0F-5786-0616987E4898}"/>
              </a:ext>
            </a:extLst>
          </p:cNvPr>
          <p:cNvCxnSpPr>
            <a:cxnSpLocks/>
          </p:cNvCxnSpPr>
          <p:nvPr/>
        </p:nvCxnSpPr>
        <p:spPr>
          <a:xfrm flipH="1">
            <a:off x="3874418" y="3825762"/>
            <a:ext cx="910877" cy="16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9" name="Straight Connector 1208">
            <a:extLst>
              <a:ext uri="{FF2B5EF4-FFF2-40B4-BE49-F238E27FC236}">
                <a16:creationId xmlns:a16="http://schemas.microsoft.com/office/drawing/2014/main" id="{9348A2F8-8785-B013-80F6-D8313D0F94DD}"/>
              </a:ext>
            </a:extLst>
          </p:cNvPr>
          <p:cNvCxnSpPr>
            <a:cxnSpLocks/>
          </p:cNvCxnSpPr>
          <p:nvPr/>
        </p:nvCxnSpPr>
        <p:spPr>
          <a:xfrm flipH="1">
            <a:off x="983116" y="558624"/>
            <a:ext cx="388621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1210">
            <a:extLst>
              <a:ext uri="{FF2B5EF4-FFF2-40B4-BE49-F238E27FC236}">
                <a16:creationId xmlns:a16="http://schemas.microsoft.com/office/drawing/2014/main" id="{3D2E7F94-85E2-6DD0-9DDC-25804FDF825D}"/>
              </a:ext>
            </a:extLst>
          </p:cNvPr>
          <p:cNvCxnSpPr>
            <a:cxnSpLocks/>
          </p:cNvCxnSpPr>
          <p:nvPr/>
        </p:nvCxnSpPr>
        <p:spPr>
          <a:xfrm flipV="1">
            <a:off x="983116" y="564543"/>
            <a:ext cx="0" cy="3476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4" name="Straight Connector 1213">
            <a:extLst>
              <a:ext uri="{FF2B5EF4-FFF2-40B4-BE49-F238E27FC236}">
                <a16:creationId xmlns:a16="http://schemas.microsoft.com/office/drawing/2014/main" id="{0A16B6DB-075F-3231-F978-79AF962C0F8B}"/>
              </a:ext>
            </a:extLst>
          </p:cNvPr>
          <p:cNvCxnSpPr>
            <a:cxnSpLocks/>
          </p:cNvCxnSpPr>
          <p:nvPr/>
        </p:nvCxnSpPr>
        <p:spPr>
          <a:xfrm flipH="1">
            <a:off x="4590852" y="950269"/>
            <a:ext cx="27848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7" name="Straight Connector 1216">
            <a:extLst>
              <a:ext uri="{FF2B5EF4-FFF2-40B4-BE49-F238E27FC236}">
                <a16:creationId xmlns:a16="http://schemas.microsoft.com/office/drawing/2014/main" id="{54F3080B-3B0C-516A-3561-11B9A09BB761}"/>
              </a:ext>
            </a:extLst>
          </p:cNvPr>
          <p:cNvCxnSpPr>
            <a:cxnSpLocks/>
          </p:cNvCxnSpPr>
          <p:nvPr/>
        </p:nvCxnSpPr>
        <p:spPr>
          <a:xfrm flipV="1">
            <a:off x="4869333" y="556591"/>
            <a:ext cx="0" cy="3980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394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Duncan Wilson</dc:creator>
  <cp:lastModifiedBy>Duncan Wilson</cp:lastModifiedBy>
  <cp:revision>2</cp:revision>
  <cp:lastPrinted>2026-02-11T09:13:28Z</cp:lastPrinted>
  <dcterms:created xsi:type="dcterms:W3CDTF">2026-02-11T07:43:15Z</dcterms:created>
  <dcterms:modified xsi:type="dcterms:W3CDTF">2026-02-11T09:16:21Z</dcterms:modified>
</cp:coreProperties>
</file>